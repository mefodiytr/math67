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img/01_title_geometric_zero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F1E4D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754880" y="10058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PRE-ADVANCED  Y7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54880" y="1417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0" y="1828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Диагностика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4754880" y="2606040"/>
            <a:ext cx="5486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 6+   /   Pre-Advanced Year 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31546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ты сейчас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куда идём дальше.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MATH67.RU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46720" y="47594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 МОДУЛЯ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мы делаем диагностику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каждый урок работал на твой результат — а не на повторение того, что ты уже умеешь.</a:t>
            </a:r>
            <a:endParaRPr lang="en-US" sz="1400" dirty="0"/>
          </a:p>
        </p:txBody>
      </p:sp>
      <p:pic>
        <p:nvPicPr>
          <p:cNvPr id="5" name="Image 0" descr="/home/claude/build/img/02_why_diagnostics_ic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5514" y="1783080"/>
            <a:ext cx="4792972" cy="269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777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·  Диагностика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7777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частей диагностики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130 минут с короткими перерывами. Можно сделать в 2 захода.</a:t>
            </a:r>
            <a:endParaRPr lang="en-US" sz="1400" dirty="0"/>
          </a:p>
        </p:txBody>
      </p:sp>
      <p:pic>
        <p:nvPicPr>
          <p:cNvPr id="5" name="Image 0" descr="/home/claude/build/img/03_diagnostics_parts_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5524103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892808"/>
            <a:ext cx="182880" cy="1828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7" name="Text 4"/>
          <p:cNvSpPr/>
          <p:nvPr/>
        </p:nvSpPr>
        <p:spPr>
          <a:xfrm>
            <a:off x="6327648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fluency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27648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 устного счёта · 25 мин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2459736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6327648" y="236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27648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текстовые задачи · 30 мин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302666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327648" y="2935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&amp; visual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27648" y="3191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геометрия и пространство · 25 мин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3593592"/>
            <a:ext cx="182880" cy="1828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6327648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section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27648" y="3758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нестандартные задачи · 30 мин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41605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327648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reasoning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27648" y="4325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рассуждение на англ. · 20 мин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47777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·  Диагностика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0" y="47777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измеряем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осей навыков — чтобы видеть не балл, а профиль.</a:t>
            </a:r>
            <a:endParaRPr lang="en-US" sz="1400" dirty="0"/>
          </a:p>
        </p:txBody>
      </p:sp>
      <p:pic>
        <p:nvPicPr>
          <p:cNvPr id="5" name="Image 0" descr="/home/claude/build/img/04_assessment_radar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1783080"/>
            <a:ext cx="4955446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1783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12080" y="20025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устного счёта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212080" y="2240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12080" y="2459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вычислений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12080" y="2697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0" y="29169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преобразования и уравнения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12080" y="3154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problems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0" y="33741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модели задачи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12080" y="3611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0" y="38313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пространственное мышление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12080" y="4069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reasoning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12080" y="42885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условия на англ.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47777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·  Диагностика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47777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ИЗ ДИАГНОСТИКИ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Уровень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719072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A · CORE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CCFBF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91440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93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Найдите 3⁄8 от 240.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ПРОВЕРЯЕТСЯ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 действий с дробями. Устная проверка пропорций.</a:t>
            </a:r>
            <a:endParaRPr lang="en-US" sz="1200" dirty="0"/>
          </a:p>
        </p:txBody>
      </p:sp>
      <p:pic>
        <p:nvPicPr>
          <p:cNvPr id="12" name="Image 0" descr="/home/claude/build/img/05_core_fracti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022508"/>
            <a:ext cx="4023360" cy="22643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47777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·  Диагностика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47777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ИЗ ДИАГНОСТИКИ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Уровень Strong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892808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B · STRONG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91440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93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выросла на 25 %, потом упала на 20 %. Как изменилась цена?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ПРОВЕРЯЕТСЯ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Проценты и относительные изменения. Ловушка «вернулась к исходной».</a:t>
            </a:r>
            <a:endParaRPr lang="en-US" sz="1200" dirty="0"/>
          </a:p>
        </p:txBody>
      </p:sp>
      <p:pic>
        <p:nvPicPr>
          <p:cNvPr id="12" name="Image 0" descr="/home/claude/build/img/06_strong_price_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022508"/>
            <a:ext cx="4023360" cy="22643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47777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·  Диагностика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47777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ИЗ ДИАГНОСТИКИ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Уровень Advanced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 · ADVANCED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EEF2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91440" cy="1783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93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Упростите выражение 3(2x − 5) − 2(x + 7).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ПРОВЕРЯЕТСЯ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Раскрытие скобок, приведение подобных, аккуратность со знаками.</a:t>
            </a:r>
            <a:endParaRPr lang="en-US" sz="1200" dirty="0"/>
          </a:p>
        </p:txBody>
      </p:sp>
      <p:pic>
        <p:nvPicPr>
          <p:cNvPr id="12" name="Image 0" descr="/home/claude/build/img/07_advanced_algebra_sandwi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022508"/>
            <a:ext cx="4023360" cy="22643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47777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·  Диагностика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47777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ИЗ ДИАГНОСТИКИ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Уровень Olympiad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D · OLYMPIAD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CE7F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91440" cy="1783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93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Можно ли расположить числа от 1 до 9 в строку так, чтобы сумма любых двух соседних была простой?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ПРОВЕРЯЕТСЯ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Нестандартное мышление, перебор по чётности, простые числа.</a:t>
            </a:r>
            <a:endParaRPr lang="en-US" sz="1200" dirty="0"/>
          </a:p>
        </p:txBody>
      </p:sp>
      <p:pic>
        <p:nvPicPr>
          <p:cNvPr id="12" name="Image 0" descr="/home/claude/build/img/08_olympiad_number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022508"/>
            <a:ext cx="4023360" cy="22643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47777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·  Диагностика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47777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Твой математический профиль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параметров от 0 до 5. Карта навыков, а не «оценка за тест».</a:t>
            </a:r>
            <a:endParaRPr lang="en-US" sz="1400" dirty="0"/>
          </a:p>
        </p:txBody>
      </p:sp>
      <p:pic>
        <p:nvPicPr>
          <p:cNvPr id="5" name="Image 0" descr="/home/claude/build/img/09_student_profil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0461" y="1691640"/>
            <a:ext cx="4143077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6052" y="4224528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4068" y="434340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544068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6404" y="4288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стороны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6404" y="45171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ускоряем — даём задачи на ступень выше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23260" y="4224528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51276" y="4343400"/>
            <a:ext cx="329184" cy="3291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3351276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↺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53612" y="4288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Слабые места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53612" y="45171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корректируем персональным набором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0468" y="4224528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58484" y="434340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6158484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60820" y="4288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 готов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60820" y="45171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год вперёд, с чёткими целями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7777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·  Диагностика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046720" y="47777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CAMBRIDGE-STYLE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reasoning · ratio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0" cy="301752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91440" cy="3017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(in English)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bag contains red and blue counters in the ratio 3 : 5. There are 32 counters in total. How many are red?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method in 2–3 sentences.</a:t>
            </a:r>
            <a:endParaRPr lang="en-US" sz="1200" dirty="0"/>
          </a:p>
        </p:txBody>
      </p:sp>
      <p:pic>
        <p:nvPicPr>
          <p:cNvPr id="9" name="Image 0" descr="/home/claude/build/img/10_cambridge_ratio_coun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911080"/>
            <a:ext cx="3931920" cy="221288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37760" y="40919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divide 32 by (3 + 5), then multiply by 3.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7777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·  Диагностика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6720" y="47777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ДИАГНОСТИКИ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дальше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86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947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Персональный маршрут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2951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получаешь карту навыков и план на год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8163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Старт — Модуль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1638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дроби, проценты, точность вычислений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685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года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0325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уверенный 7 класс + Cambridge reasoning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1371600"/>
            <a:ext cx="3749040" cy="292608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F172A">
                <a:alpha val="10000"/>
              </a:srgbClr>
            </a:outerShdw>
          </a:effectLst>
        </p:spPr>
      </p:sp>
      <p:pic>
        <p:nvPicPr>
          <p:cNvPr id="15" name="Image 0" descr="/home/claude/build/img/11_next_learning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5232" y="1872294"/>
            <a:ext cx="3419856" cy="192469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47594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MATH67  ·  МОДУЛЬ 0  →  МОДУЛЬ 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46720" y="47594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Math67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0 · Диагностика</dc:title>
  <dc:subject>Math67 — Pre-Advanced Year 7</dc:subject>
  <dc:creator>Math67</dc:creator>
  <cp:lastModifiedBy>Math67</cp:lastModifiedBy>
  <cp:revision>1</cp:revision>
  <dcterms:created xsi:type="dcterms:W3CDTF">2026-05-01T08:09:06Z</dcterms:created>
  <dcterms:modified xsi:type="dcterms:W3CDTF">2026-05-01T08:09:06Z</dcterms:modified>
</cp:coreProperties>
</file>